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858750" cy="7232650"/>
  <p:notesSz cx="6858000" cy="9144000"/>
  <p:custDataLst>
    <p:tags r:id="rId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">
          <p15:clr>
            <a:srgbClr val="A4A3A4"/>
          </p15:clr>
        </p15:guide>
        <p15:guide id="2" pos="4096">
          <p15:clr>
            <a:srgbClr val="A4A3A4"/>
          </p15:clr>
        </p15:guide>
        <p15:guide id="3" pos="557">
          <p15:clr>
            <a:srgbClr val="A4A3A4"/>
          </p15:clr>
        </p15:guide>
        <p15:guide id="4" orient="horz" pos="4179">
          <p15:clr>
            <a:srgbClr val="A4A3A4"/>
          </p15:clr>
        </p15:guide>
        <p15:guide id="5" pos="7508">
          <p15:clr>
            <a:srgbClr val="A4A3A4"/>
          </p15:clr>
        </p15:guide>
        <p15:guide id="6" pos="69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09E62"/>
    <a:srgbClr val="E2C49E"/>
    <a:srgbClr val="1B1A1F"/>
    <a:srgbClr val="F4AB63"/>
    <a:srgbClr val="A4D16D"/>
    <a:srgbClr val="DDEEC9"/>
    <a:srgbClr val="DE790F"/>
    <a:srgbClr val="DFF7EC"/>
    <a:srgbClr val="5E91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75" autoAdjust="0"/>
    <p:restoredTop sz="95317" autoAdjust="0"/>
  </p:normalViewPr>
  <p:slideViewPr>
    <p:cSldViewPr showGuides="1">
      <p:cViewPr varScale="1">
        <p:scale>
          <a:sx n="76" d="100"/>
          <a:sy n="76" d="100"/>
        </p:scale>
        <p:origin x="523" y="62"/>
      </p:cViewPr>
      <p:guideLst>
        <p:guide orient="horz" pos="302"/>
        <p:guide pos="4096"/>
        <p:guide pos="557"/>
        <p:guide orient="horz" pos="4179"/>
        <p:guide pos="7508"/>
        <p:guide pos="6907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t>2025/7/10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18F03C3-53C1-4F10-8DAF-D1F318E96C6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43893" y="642615"/>
            <a:ext cx="11564638" cy="74390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43820" y="1508166"/>
            <a:ext cx="11563747" cy="402351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11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81965" indent="0">
              <a:buNone/>
              <a:defRPr sz="2110" b="1"/>
            </a:lvl2pPr>
            <a:lvl3pPr marL="964565" indent="0">
              <a:buNone/>
              <a:defRPr sz="1900" b="1"/>
            </a:lvl3pPr>
            <a:lvl4pPr marL="1445895" indent="0">
              <a:buNone/>
              <a:defRPr sz="1690" b="1"/>
            </a:lvl4pPr>
            <a:lvl5pPr marL="1927860" indent="0">
              <a:buNone/>
              <a:defRPr sz="1690" b="1"/>
            </a:lvl5pPr>
            <a:lvl6pPr marL="2410460" indent="0">
              <a:buNone/>
              <a:defRPr sz="1690" b="1"/>
            </a:lvl6pPr>
            <a:lvl7pPr marL="2892425" indent="0">
              <a:buNone/>
              <a:defRPr sz="1690" b="1"/>
            </a:lvl7pPr>
            <a:lvl8pPr marL="3373755" indent="0">
              <a:buNone/>
              <a:defRPr sz="1690" b="1"/>
            </a:lvl8pPr>
            <a:lvl9pPr marL="3856355" indent="0">
              <a:buNone/>
              <a:defRPr sz="1690" b="1"/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4039" y="385072"/>
            <a:ext cx="11090672" cy="1397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039" y="1925358"/>
            <a:ext cx="11090672" cy="458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F82D2-7A68-459D-A996-9BDDA2518FA4}" type="datetimeFigureOut">
              <a:rPr lang="zh-CN" altLang="en-US" smtClean="0"/>
              <a:t>2025/7/10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653962-5D04-4CCD-BEAA-ED48B629A073}"/>
              </a:ext>
            </a:extLst>
          </p:cNvPr>
          <p:cNvSpPr/>
          <p:nvPr/>
        </p:nvSpPr>
        <p:spPr>
          <a:xfrm>
            <a:off x="3220804" y="3154660"/>
            <a:ext cx="64171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必须介绍团队贡献度</a:t>
            </a:r>
          </a:p>
        </p:txBody>
      </p:sp>
    </p:spTree>
    <p:extLst>
      <p:ext uri="{BB962C8B-B14F-4D97-AF65-F5344CB8AC3E}">
        <p14:creationId xmlns:p14="http://schemas.microsoft.com/office/powerpoint/2010/main" val="27356338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342"/>
  <p:tag name="COMMONDATA" val="eyJoZGlkIjoiM2FmZDNiNWIyNmEwNzQxMGNhNGNkMGRkNGIxNjcxNz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自定义 12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BFBFBF"/>
      </a:accent2>
      <a:accent3>
        <a:srgbClr val="0070C0"/>
      </a:accent3>
      <a:accent4>
        <a:srgbClr val="BFBFBF"/>
      </a:accent4>
      <a:accent5>
        <a:srgbClr val="0070C0"/>
      </a:accent5>
      <a:accent6>
        <a:srgbClr val="BFBFBF"/>
      </a:accent6>
      <a:hlink>
        <a:srgbClr val="0070C0"/>
      </a:hlink>
      <a:folHlink>
        <a:srgbClr val="BFBFBF"/>
      </a:folHlink>
    </a:clrScheme>
    <a:fontScheme name="Office 主题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bt342</dc:title>
  <dc:creator/>
  <cp:lastModifiedBy/>
  <cp:revision>18</cp:revision>
  <dcterms:created xsi:type="dcterms:W3CDTF">2016-12-18T13:13:00Z</dcterms:created>
  <dcterms:modified xsi:type="dcterms:W3CDTF">2025-07-10T07:55:46Z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2052-11.8.2.11500</vt:lpwstr>
  </property>
  <property fmtid="{D5CDD505-2E9C-101B-9397-08002B2CF9AE}" pid="3" name="ICV">
    <vt:lpwstr>8E2E672D38D84395831D1CC785840167</vt:lpwstr>
  </property>
</Properties>
</file>